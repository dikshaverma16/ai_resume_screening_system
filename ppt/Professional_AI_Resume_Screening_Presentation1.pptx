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E5AA0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AI-Powered Resume Screening and</a:t>
            </a:r>
            <a:br/>
            <a:r>
              <a:t>Job Category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Diksha Verma</a:t>
            </a:r>
          </a:p>
          <a:p>
            <a:pPr algn="ctr">
              <a:defRPr sz="2400"/>
            </a:pPr>
            <a:r>
              <a:t>Roll No.: 202401100800074</a:t>
            </a:r>
          </a:p>
          <a:p>
            <a:pPr algn="ctr">
              <a:defRPr sz="2400"/>
            </a:pPr>
            <a:r>
              <a:t>KIET Group of Institutions, Ghaziabad</a:t>
            </a:r>
          </a:p>
          <a:p>
            <a:pPr algn="ctr">
              <a:defRPr sz="2400"/>
            </a:pPr>
            <a:r>
              <a:t>B.Tech IT | 5th Semester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E5AA0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Automates resume screening using AI.</a:t>
            </a:r>
          </a:p>
          <a:p>
            <a:pPr>
              <a:defRPr sz="2200"/>
            </a:pPr>
            <a:r>
              <a:t>• Uses NLP and Machine Learning.</a:t>
            </a:r>
          </a:p>
          <a:p>
            <a:pPr>
              <a:defRPr sz="2200"/>
            </a:pPr>
            <a:r>
              <a:t>• Reduces manual HR effort.</a:t>
            </a:r>
          </a:p>
          <a:p>
            <a:pPr>
              <a:defRPr sz="2200"/>
            </a:pPr>
            <a:r>
              <a:t>• Predicts job category from resume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E5AA0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Manual screening is slow.</a:t>
            </a:r>
          </a:p>
          <a:p>
            <a:pPr>
              <a:defRPr sz="2200"/>
            </a:pPr>
            <a:r>
              <a:t>• Large number of resumes.</a:t>
            </a:r>
          </a:p>
          <a:p>
            <a:pPr>
              <a:defRPr sz="2200"/>
            </a:pPr>
            <a:r>
              <a:t>• Human errors.</a:t>
            </a:r>
          </a:p>
          <a:p>
            <a:pPr>
              <a:defRPr sz="2200"/>
            </a:pPr>
            <a:r>
              <a:t>• Need automated classification.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E5AA0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Build ML model.</a:t>
            </a:r>
          </a:p>
          <a:p>
            <a:pPr>
              <a:defRPr sz="2200"/>
            </a:pPr>
            <a:r>
              <a:t>• Create Flask API.</a:t>
            </a:r>
          </a:p>
          <a:p>
            <a:pPr>
              <a:defRPr sz="2200"/>
            </a:pPr>
            <a:r>
              <a:t>• Develop frontend.</a:t>
            </a:r>
          </a:p>
          <a:p>
            <a:pPr>
              <a:defRPr sz="2200"/>
            </a:pPr>
            <a:r>
              <a:t>• Integrate end-to-end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E5AA0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Python</a:t>
            </a:r>
          </a:p>
          <a:p>
            <a:pPr>
              <a:defRPr sz="2200"/>
            </a:pPr>
            <a:r>
              <a:t>• Scikit-learn</a:t>
            </a:r>
          </a:p>
          <a:p>
            <a:pPr>
              <a:defRPr sz="2200"/>
            </a:pPr>
            <a:r>
              <a:t>• Pandas</a:t>
            </a:r>
          </a:p>
          <a:p>
            <a:pPr>
              <a:defRPr sz="2200"/>
            </a:pPr>
            <a:r>
              <a:t>• Flask</a:t>
            </a:r>
          </a:p>
          <a:p>
            <a:pPr>
              <a:defRPr sz="2200"/>
            </a:pPr>
            <a:r>
              <a:t>• HTML/CSS/JavaScript</a:t>
            </a:r>
          </a:p>
          <a:p>
            <a:pPr>
              <a:defRPr sz="2200"/>
            </a:pPr>
            <a:r>
              <a:t>• VS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E5AA0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User → Frontend → Flask API → TF-IDF → LinearSVC →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E5AA0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Source: Kaggle Resume Dataset</a:t>
            </a:r>
          </a:p>
          <a:p>
            <a:pPr>
              <a:defRPr sz="2200"/>
            </a:pPr>
            <a:r>
              <a:t>• 2484 resumes</a:t>
            </a:r>
          </a:p>
          <a:p>
            <a:pPr>
              <a:defRPr sz="2200"/>
            </a:pPr>
            <a:r>
              <a:t>• Columns: ID, Resume_str, Resume_html, Category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E5AA0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Machine Learning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Text Cleaning</a:t>
            </a:r>
          </a:p>
          <a:p>
            <a:pPr>
              <a:defRPr sz="2200"/>
            </a:pPr>
            <a:r>
              <a:t>• TF-IDF Vectorization</a:t>
            </a:r>
          </a:p>
          <a:p>
            <a:pPr>
              <a:defRPr sz="2200"/>
            </a:pPr>
            <a:r>
              <a:t>• LinearSVC Classifier</a:t>
            </a:r>
          </a:p>
          <a:p>
            <a:pPr>
              <a:defRPr sz="2200"/>
            </a:pPr>
            <a:r>
              <a:t>• Model stored with Joblib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E5AA0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Paste Resume</a:t>
            </a:r>
          </a:p>
          <a:p>
            <a:pPr>
              <a:defRPr sz="2200"/>
            </a:pPr>
            <a:r>
              <a:t>• Click Predict</a:t>
            </a:r>
          </a:p>
          <a:p>
            <a:pPr>
              <a:defRPr sz="2200"/>
            </a:pPr>
            <a:r>
              <a:t>• API Receives Text</a:t>
            </a:r>
          </a:p>
          <a:p>
            <a:pPr>
              <a:defRPr sz="2200"/>
            </a:pPr>
            <a:r>
              <a:t>• Model Predicts Category</a:t>
            </a:r>
          </a:p>
          <a:p>
            <a:pPr>
              <a:defRPr sz="2200"/>
            </a:pPr>
            <a:r>
              <a:t>• Result Displayed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E5AA0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630557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Application successfully predicts resume categories.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23BBC9-1B2F-8CB4-B7B2-0022F8853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52" y="1436727"/>
            <a:ext cx="9711096" cy="50605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E5AA0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PDF/DOCX upload</a:t>
            </a:r>
          </a:p>
          <a:p>
            <a:pPr>
              <a:defRPr sz="2200"/>
            </a:pPr>
            <a:r>
              <a:t>• Skill extraction</a:t>
            </a:r>
          </a:p>
          <a:p>
            <a:pPr>
              <a:defRPr sz="2200"/>
            </a:pPr>
            <a:r>
              <a:t>• Resume ranking</a:t>
            </a:r>
          </a:p>
          <a:p>
            <a:pPr>
              <a:defRPr sz="2200"/>
            </a:pPr>
            <a:r>
              <a:t>• Job recommendation</a:t>
            </a:r>
          </a:p>
          <a:p>
            <a:pPr>
              <a:defRPr sz="2200"/>
            </a:pPr>
            <a:r>
              <a:t>• Cloud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E5AA0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End-to-end AI application completed.</a:t>
            </a:r>
          </a:p>
          <a:p>
            <a:pPr>
              <a:defRPr sz="2200"/>
            </a:pPr>
            <a:r>
              <a:t>• Automates initial resume screening.</a:t>
            </a:r>
          </a:p>
          <a:p>
            <a:pPr>
              <a:defRPr sz="2200"/>
            </a:pPr>
            <a:r>
              <a:t>• Improves recruitment efficiency.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E5AA0"/>
          </a:solidFill>
          <a:ln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35780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en-IN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242</Words>
  <Application>Microsoft Office PowerPoint</Application>
  <PresentationFormat>Custom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Diksha</dc:creator>
  <cp:keywords/>
  <dc:description>generated using python-pptx</dc:description>
  <cp:lastModifiedBy>diksha verma</cp:lastModifiedBy>
  <cp:revision>2</cp:revision>
  <dcterms:created xsi:type="dcterms:W3CDTF">2013-01-27T09:14:16Z</dcterms:created>
  <dcterms:modified xsi:type="dcterms:W3CDTF">2026-07-20T20:00:01Z</dcterms:modified>
  <cp:category/>
</cp:coreProperties>
</file>